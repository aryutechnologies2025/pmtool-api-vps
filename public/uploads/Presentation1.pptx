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200900" cy="36004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>
          <p15:clr>
            <a:srgbClr val="A4A3A4"/>
          </p15:clr>
        </p15:guide>
        <p15:guide id="2" pos="22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D6"/>
    <a:srgbClr val="3BA0BB"/>
    <a:srgbClr val="99CC00"/>
    <a:srgbClr val="00E24B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00" d="100"/>
          <a:sy n="200" d="100"/>
        </p:scale>
        <p:origin x="258" y="150"/>
      </p:cViewPr>
      <p:guideLst>
        <p:guide orient="horz" pos="1134"/>
        <p:guide pos="22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068" y="1118479"/>
            <a:ext cx="6120765" cy="771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136" y="2040259"/>
            <a:ext cx="5040631" cy="92011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C1B6A-A039-4B81-ACE7-D13A56E1DA39}" type="datetimeFigureOut">
              <a:rPr lang="en-US" smtClean="0"/>
              <a:pPr/>
              <a:t>6/30/2023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A698D-A847-4BF7-AA1D-9EF5B54D4CE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C1B6A-A039-4B81-ACE7-D13A56E1DA39}" type="datetimeFigureOut">
              <a:rPr lang="en-US" smtClean="0"/>
              <a:pPr/>
              <a:t>6/30/2023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A698D-A847-4BF7-AA1D-9EF5B54D4CE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822" y="2313627"/>
            <a:ext cx="6120765" cy="715089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822" y="1526025"/>
            <a:ext cx="6120765" cy="78759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C1B6A-A039-4B81-ACE7-D13A56E1DA39}" type="datetimeFigureOut">
              <a:rPr lang="en-US" smtClean="0"/>
              <a:pPr/>
              <a:t>6/30/2023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A698D-A847-4BF7-AA1D-9EF5B54D4CE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046" y="630083"/>
            <a:ext cx="3180397" cy="178188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60457" y="630083"/>
            <a:ext cx="3180397" cy="178188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C1B6A-A039-4B81-ACE7-D13A56E1DA39}" type="datetimeFigureOut">
              <a:rPr lang="en-US" smtClean="0"/>
              <a:pPr/>
              <a:t>6/30/2023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A698D-A847-4BF7-AA1D-9EF5B54D4CE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45" y="144190"/>
            <a:ext cx="6480811" cy="6000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46" y="805934"/>
            <a:ext cx="3181647" cy="3358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046" y="1141810"/>
            <a:ext cx="3181647" cy="20744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57961" y="805934"/>
            <a:ext cx="3182897" cy="3358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57961" y="1141810"/>
            <a:ext cx="3182897" cy="20744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C1B6A-A039-4B81-ACE7-D13A56E1DA39}" type="datetimeFigureOut">
              <a:rPr lang="en-US" smtClean="0"/>
              <a:pPr/>
              <a:t>6/30/2023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A698D-A847-4BF7-AA1D-9EF5B54D4CE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C1B6A-A039-4B81-ACE7-D13A56E1DA39}" type="datetimeFigureOut">
              <a:rPr lang="en-US" smtClean="0"/>
              <a:pPr/>
              <a:t>6/30/2023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A698D-A847-4BF7-AA1D-9EF5B54D4CE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C1B6A-A039-4B81-ACE7-D13A56E1DA39}" type="datetimeFigureOut">
              <a:rPr lang="en-US" smtClean="0"/>
              <a:pPr/>
              <a:t>6/30/2023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A698D-A847-4BF7-AA1D-9EF5B54D4CE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48" y="143355"/>
            <a:ext cx="2369047" cy="6100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5354" y="143352"/>
            <a:ext cx="4025503" cy="307288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048" y="753430"/>
            <a:ext cx="2369047" cy="24628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C1B6A-A039-4B81-ACE7-D13A56E1DA39}" type="datetimeFigureOut">
              <a:rPr lang="en-US" smtClean="0"/>
              <a:pPr/>
              <a:t>6/30/2023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A698D-A847-4BF7-AA1D-9EF5B54D4CE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1426" y="2520315"/>
            <a:ext cx="4320540" cy="297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11426" y="321707"/>
            <a:ext cx="4320540" cy="21602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1426" y="2817858"/>
            <a:ext cx="4320540" cy="42255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C1B6A-A039-4B81-ACE7-D13A56E1DA39}" type="datetimeFigureOut">
              <a:rPr lang="en-US" smtClean="0"/>
              <a:pPr/>
              <a:t>6/30/2023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A698D-A847-4BF7-AA1D-9EF5B54D4CE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C1B6A-A039-4B81-ACE7-D13A56E1DA39}" type="datetimeFigureOut">
              <a:rPr lang="en-US" smtClean="0"/>
              <a:pPr/>
              <a:t>6/30/2023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A698D-A847-4BF7-AA1D-9EF5B54D4CE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20653" y="108351"/>
            <a:ext cx="1620203" cy="23036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0047" y="108351"/>
            <a:ext cx="4740593" cy="23036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C1B6A-A039-4B81-ACE7-D13A56E1DA39}" type="datetimeFigureOut">
              <a:rPr lang="en-US" smtClean="0"/>
              <a:pPr/>
              <a:t>6/30/2023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A698D-A847-4BF7-AA1D-9EF5B54D4CE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45" y="144190"/>
            <a:ext cx="6480811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45" y="840109"/>
            <a:ext cx="6480811" cy="2376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045" y="3337090"/>
            <a:ext cx="168021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C1B6A-A039-4B81-ACE7-D13A56E1DA39}" type="datetimeFigureOut">
              <a:rPr lang="en-US" smtClean="0"/>
              <a:pPr/>
              <a:t>6/30/2023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0309" y="3337090"/>
            <a:ext cx="2280284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0645" y="3337090"/>
            <a:ext cx="168021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A698D-A847-4BF7-AA1D-9EF5B54D4CE3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9075" y="14279"/>
            <a:ext cx="72008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3BA0BB"/>
                </a:solidFill>
                <a:latin typeface="Arial Rounded MT Bold" pitchFamily="34" charset="0"/>
                <a:ea typeface="Microsoft Himalaya" pitchFamily="2" charset="0"/>
                <a:cs typeface="Times New Roman" pitchFamily="18" charset="0"/>
              </a:rPr>
              <a:t>Medics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75" y="1443881"/>
            <a:ext cx="720089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latin typeface="Arial Rounded MT Bold" pitchFamily="34" charset="0"/>
                <a:ea typeface="Microsoft Himalaya" pitchFamily="2" charset="0"/>
                <a:cs typeface="Times New Roman" pitchFamily="18" charset="0"/>
              </a:rPr>
              <a:t>research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47914" y="2967375"/>
            <a:ext cx="466691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en-US" sz="2800" b="1" spc="300" dirty="0">
                <a:solidFill>
                  <a:srgbClr val="009ED6"/>
                </a:solidFill>
                <a:latin typeface="Arial Rounded MT Bold" panose="020F0704030504030204" pitchFamily="34" charset="0"/>
              </a:rPr>
              <a:t>www.medicsEDC.com</a:t>
            </a:r>
            <a:endParaRPr lang="en-IN" sz="2800" b="1" spc="300" dirty="0">
              <a:solidFill>
                <a:srgbClr val="009ED6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828706" y="942969"/>
            <a:ext cx="72199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kern="1000" spc="-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3BA0BB"/>
                </a:solidFill>
                <a:latin typeface="Arial Rounded MT Bold" pitchFamily="34" charset="0"/>
                <a:ea typeface="Microsoft Himalaya" pitchFamily="2" charset="0"/>
                <a:cs typeface="Times New Roman" pitchFamily="18" charset="0"/>
              </a:rPr>
              <a:t>Medics</a:t>
            </a:r>
            <a:endParaRPr lang="en-US" sz="11000" kern="1000" spc="-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3">
                  <a:lumMod val="75000"/>
                </a:schemeClr>
              </a:solidFill>
              <a:latin typeface="Impact" pitchFamily="34" charset="0"/>
              <a:ea typeface="Microsoft Himalaya" pitchFamily="2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26323" y="1055355"/>
            <a:ext cx="190308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7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latin typeface="Impact" pitchFamily="34" charset="0"/>
                <a:ea typeface="Microsoft Himalaya" pitchFamily="2" charset="0"/>
                <a:cs typeface="Times New Roman" pitchFamily="18" charset="0"/>
              </a:rPr>
              <a:t>EDC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9075" y="14279"/>
            <a:ext cx="72008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3BA0BB"/>
                </a:solidFill>
                <a:latin typeface="Arial Rounded MT Bold" pitchFamily="34" charset="0"/>
                <a:ea typeface="Microsoft Himalaya" pitchFamily="2" charset="0"/>
                <a:cs typeface="Times New Roman" pitchFamily="18" charset="0"/>
              </a:rPr>
              <a:t>Medics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75" y="1443881"/>
            <a:ext cx="720089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latin typeface="Arial Rounded MT Bold" pitchFamily="34" charset="0"/>
                <a:ea typeface="Microsoft Himalaya" pitchFamily="2" charset="0"/>
                <a:cs typeface="Times New Roman" pitchFamily="18" charset="0"/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206889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9075" y="14279"/>
            <a:ext cx="72008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3BA0BB"/>
                </a:solidFill>
                <a:latin typeface="Arial Rounded MT Bold" pitchFamily="34" charset="0"/>
                <a:ea typeface="Microsoft Himalaya" pitchFamily="2" charset="0"/>
                <a:cs typeface="Times New Roman" pitchFamily="18" charset="0"/>
              </a:rPr>
              <a:t>Medics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75" y="1443881"/>
            <a:ext cx="720089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latin typeface="Arial Rounded MT Bold" pitchFamily="34" charset="0"/>
                <a:ea typeface="Microsoft Himalaya" pitchFamily="2" charset="0"/>
                <a:cs typeface="Times New Roman" pitchFamily="18" charset="0"/>
              </a:rPr>
              <a:t>academy</a:t>
            </a:r>
          </a:p>
        </p:txBody>
      </p:sp>
    </p:spTree>
    <p:extLst>
      <p:ext uri="{BB962C8B-B14F-4D97-AF65-F5344CB8AC3E}">
        <p14:creationId xmlns:p14="http://schemas.microsoft.com/office/powerpoint/2010/main" val="2911774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</Words>
  <Application>Microsoft Office PowerPoint</Application>
  <PresentationFormat>Custom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Rounded MT Bold</vt:lpstr>
      <vt:lpstr>Calibri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CHANGE</dc:creator>
  <cp:lastModifiedBy>Mohamed Ali</cp:lastModifiedBy>
  <cp:revision>12</cp:revision>
  <dcterms:created xsi:type="dcterms:W3CDTF">2020-06-05T08:05:55Z</dcterms:created>
  <dcterms:modified xsi:type="dcterms:W3CDTF">2023-06-30T15:50:36Z</dcterms:modified>
</cp:coreProperties>
</file>